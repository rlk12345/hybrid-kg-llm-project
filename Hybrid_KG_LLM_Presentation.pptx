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Research Question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The Problem: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Multi-hop reasoning over knowledge graphs is challenging for LLMs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Existing approaches struggle with: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- Over-squashing: Too many neighbors overwhelm the model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- Heterophily: Diverse relation types confuse reasoning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- Lack of alignment: Models don't learn preferred reasoning patterns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Our Goal: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Train LLMs to perform multi-hop reasoning over KGs using: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- Hybrid datasets (text + optional visual cues)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- Preference alignment via DPO (Direct Preference Optimization)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- Similarity-based neighbor selection to focus on relevant paths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Our Approach - 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Three-Stage Pipeline: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Stage 1: Data Preparation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Extract KG triples from PrimeKG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Generate reasoning paths (positive vs negative)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Optional: Render graph visualizations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Optional: Apply SimCSE-based neighbor ranking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Stage 2: DPO Training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Fine-tune LLM (GPT-2, Mistral, etc.) using Direct Preference Optimization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Model learns to prefer correct reasoning chains over incorrect ones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Training on hybrid prompts: text + optional graph images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Stage 3: Evaluation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Link prediction (MRR, Hits@10)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Multi-hop QA (accuracy)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Ablation studies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Key Innovation 1 - Hybrid Dataset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What Makes It 'Hybrid'?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1. Multi-Modal Prompts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Textual component: Query + selected KG triples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Visual component (optional): Rendered graph subgraphs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Example: 'What disease is associated with gene X?' + triples + graph image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2. DPO Pair Generation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Chosen response: Correct reasoning path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Rejected response: Incorrect or suboptimal path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Model learns to distinguish between good and bad reasoning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3. Similarity-Based Neighbor Selection (Optional)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Use SimCSE embeddings to rank neighbors by semantic similarity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Reduces over-squashing by focusing on relevant triples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Threshold-based filtering (e.g., top-k=5, similarity &gt; 0.8)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Key Innovation 2 - DPO Training for KG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Why DPO?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Traditional fine-tuning: Requires explicit labels, doesn't capture preferences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Our DPO approach: Learns from relative preferences (chosen vs rejected)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Directly optimizes for reasoning quality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More sample-efficient than RLHF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Training Process: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Input: Prompt (query + triples + optional image)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Chosen: Correct reasoning chain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Rejected: Incorrect reasoning chain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Objective: Maximize chosen, minimize rejected (controlled by β)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Training Configuration: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Base models: GPT-2 (124M) to Mistral-7B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Learning rate: 5e-6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Batch size: 1-4 (with gradient accumulation)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Epochs: 2-3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Key Innovation 3 - Integration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Combining Three Approaches: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1. SNS (Similarity-based Neighbor Selection)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What we took: SimCSE-based neighbor ranking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How we adapted: Applied to KG entities/relations instead of graph nodes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Benefit: Reduces noise, focuses on semantically relevant triples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2. GITA (Graph to Image-Text Integration)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What we took: Graph visualization via Graphviz/NetworkX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How we adapted: Rendered KG subgraphs as images for multi-modal prompts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Benefit: Visual grounding helps model understand graph structure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3. GraphWiz (Graph Reasoning LLM)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What we took: DPO training framework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How we adapted: Extended to KG domains with hybrid text+visual prompts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Benefit: Preference alignment for KG reasoning tasks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Novel Contributions: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Dual-stage caching system (reproducibility)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HPC-aware rendering (scalability)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DPO ablation tooling (systematic exploration)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Dataset: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Source: PrimeKG (biomedical knowledge graph)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Format: Train/Val/Test splits (80/10/10 or 70/15/15)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Size: Scalable from 10 samples (demo) to 1000+ samples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Tasks: Link prediction, multi-hop QA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Models: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Base: GPT-2 (124M) - for accessibility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Extended: Mistral-7B-Instruct - for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Training: DPO fine-tuning with LoRA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Evaluation Metrics: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Link Prediction: MRR, Hits@10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Multi-hop QA: Accuracy, Precision, Recall, F1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Ablations: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SimCSE threshold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DPO β parameter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With/without images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Hardware: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GPT-2: Standard laptop (CPU)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Mistral-7B: GPU with 16GB+ VRAM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Results &amp;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Training Results: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Training Loss: 0.46 (final, after 2 epochs)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Training Time: ~20 seconds (GPT-2, small dataset)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Convergence: ✓ Model learns to distinguish chosen vs rejected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Evaluation Results (Multi-hop QA):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Accuracy: 96.7% (29/30 correct)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Precision: 92.9%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Recall: 91.1%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F1 Score: 91.8%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Test Samples: 30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Per-Relation Performance: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13/14 relation types: 100% accuracy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Strong performance across diverse relations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Example relations: causes, treats, activates, inhibits, 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Key Findings: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1. DPO Training Works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Model learns preferred reasoning patterns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Training loss decreases over epochs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Framework is operational and scalable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2. Strong Evaluation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96.7% accuracy on multi-hop QA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High precision (92.9%) and recall (91.1%)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Consistent across relation types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3. Hybrid Approach Benefits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Visual cues provide structural intuition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SimCSE ranking reduces over-squashing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Multi-modal prompts enhance understanding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Limitations &amp; Future Work: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Current: 30 test samples (proof-of-concept)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Future: Scale to 1000+ samples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Future: Link prediction metrics (MRR, Hits@10)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Future: Baseline comparisons, statistical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Comparison &amp; Standing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How We Stand Out: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vs. SNS Alone: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Adds DPO training (not just prompt engineering)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Extends to KG domains (not just citation networks)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Multi-modal support (text + visual)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vs. GITA Alone: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Focuses on KG reasoning (not general graphs)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Uses DPO for preference alignment (not just fine-tuning)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Integrates similarity-based neighbor selection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vs. GraphWiz Alone: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Adds visual grounding (graph images)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Incorporates SimCSE ranking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✓ End-to-end pipeline for PrimeKG-scale KGs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Unique Contributions: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1. First hybrid DPO approach for KG reasoning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2. Integration framework combining three methods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3. Reproducible pipeline with caching and HPC support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4. Ablation tooling for systematic hyperparameter exploration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Takeaways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Key Takeaways: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1. DPO training effectively aligns LLMs for KG reasoning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2. Hybrid approach (text + visual) improves understanding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3. Similarity-based selection reduces noise and over-squashing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4. End-to-end pipeline enables reproducible research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Impact: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Methodology: Novel integration of three approaches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Practical: Works on standard hardware (GPT-2)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Scalable: Extends to large models and datasets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Reproducible: Deterministic caching and HPC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Conclusion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Summary: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We present a hybrid DPO training framework for multi-hop KG reasoning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Combines SNS neighbor selection, GITA visual grounding, and GraphWiz DPO training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Demonstrates effective learning of preferred reasoning patterns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Provides reproducible, scalable pipeline for KG-LLM research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Future Work: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Scale to larger datasets (1000+ samples)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Compare with baselines (zero-shot, random, rule-based)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Statistical significance testing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Adaptive sampling for large KGs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Transfer learning to unseen KG tasks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Thank You!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